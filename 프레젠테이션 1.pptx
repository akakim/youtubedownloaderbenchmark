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625651"/>
            <a:ext cx="12192000" cy="4479571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0" y="4042045"/>
            <a:ext cx="9363885" cy="36612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12475" y="3600450"/>
            <a:ext cx="12079525" cy="219885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가로 글상자 7"/>
          <p:cNvSpPr txBox="1"/>
          <p:nvPr/>
        </p:nvSpPr>
        <p:spPr>
          <a:xfrm>
            <a:off x="10636788" y="3600450"/>
            <a:ext cx="1282307" cy="366732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typography</a:t>
            </a:r>
            <a:endParaRPr lang="en-US" altLang="ko-KR"/>
          </a:p>
        </p:txBody>
      </p:sp>
      <p:sp>
        <p:nvSpPr>
          <p:cNvPr id="9" name="가로 글상자 8"/>
          <p:cNvSpPr txBox="1"/>
          <p:nvPr/>
        </p:nvSpPr>
        <p:spPr>
          <a:xfrm>
            <a:off x="10499648" y="1824199"/>
            <a:ext cx="1555897" cy="36734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data table</a:t>
            </a:r>
            <a:endParaRPr lang="en-US" altLang="ko-KR"/>
          </a:p>
        </p:txBody>
      </p:sp>
      <p:sp>
        <p:nvSpPr>
          <p:cNvPr id="10" name="직사각형 9"/>
          <p:cNvSpPr/>
          <p:nvPr/>
        </p:nvSpPr>
        <p:spPr>
          <a:xfrm>
            <a:off x="0" y="1824199"/>
            <a:ext cx="12192000" cy="1604800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</ep:Words>
  <ep:PresentationFormat>화면 슬라이드 쇼(4:3)</ep:PresentationFormat>
  <ep:Paragraphs>2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2026-06-30T12:54:12.375</dcterms:created>
  <dc:creator>edward</dc:creator>
  <cp:lastModifiedBy>edward</cp:lastModifiedBy>
  <dcterms:modified xsi:type="dcterms:W3CDTF">2026-06-30T15:55:21.043</dcterms:modified>
  <cp:revision>4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